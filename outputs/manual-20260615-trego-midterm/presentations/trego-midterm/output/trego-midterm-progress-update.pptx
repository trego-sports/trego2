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2a2bc9012a43d7" /><Relationship Type="http://schemas.openxmlformats.org/officeDocument/2006/relationships/extended-properties" Target="/docProps/app.xml" Id="R9b6f735592cb4ef4" /><Relationship Type="http://schemas.openxmlformats.org/officeDocument/2006/relationships/officeDocument" Target="/ppt/presentation.xml" Id="Re931effb346d44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f9584ddb244300"/>
  </p:sldMasterIdLst>
  <p:notesMasterIdLst>
    <p:notesMasterId xmlns:r="http://schemas.openxmlformats.org/officeDocument/2006/relationships" r:id="Rb11090e412df4a36"/>
  </p:notesMasterIdLst>
  <p:sldIdLst>
    <p:sldId xmlns:r="http://schemas.openxmlformats.org/officeDocument/2006/relationships" id="256" r:id="R955ab05bda494ad7"/>
    <p:sldId xmlns:r="http://schemas.openxmlformats.org/officeDocument/2006/relationships" id="257" r:id="Rf1c5ab49b37d4766"/>
    <p:sldId xmlns:r="http://schemas.openxmlformats.org/officeDocument/2006/relationships" id="258" r:id="R47e83c171fb14431"/>
    <p:sldId xmlns:r="http://schemas.openxmlformats.org/officeDocument/2006/relationships" id="259" r:id="Ree30c309d3694db6"/>
    <p:sldId xmlns:r="http://schemas.openxmlformats.org/officeDocument/2006/relationships" id="260" r:id="R8f122c2fd77d4e35"/>
    <p:sldId xmlns:r="http://schemas.openxmlformats.org/officeDocument/2006/relationships" id="261" r:id="R545efd71c1a84517"/>
    <p:sldId xmlns:r="http://schemas.openxmlformats.org/officeDocument/2006/relationships" id="262" r:id="Rb1caa228206f42c3"/>
    <p:sldId xmlns:r="http://schemas.openxmlformats.org/officeDocument/2006/relationships" id="263" r:id="R61a3618e4b0f4d49"/>
    <p:sldId xmlns:r="http://schemas.openxmlformats.org/officeDocument/2006/relationships" id="264" r:id="R5675e606f78b48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448260f442493b" /><Relationship Type="http://schemas.openxmlformats.org/officeDocument/2006/relationships/slideMaster" Target="/ppt/slideMasters/slideMaster1.xml" Id="R9ff9584ddb244300" /><Relationship Type="http://schemas.openxmlformats.org/officeDocument/2006/relationships/notesMaster" Target="/ppt/notesMasters/notesMaster1.xml" Id="Rb11090e412df4a36" /><Relationship Type="http://schemas.openxmlformats.org/officeDocument/2006/relationships/presProps" Target="/ppt/presProps.xml" Id="Rbb29adbf0fbe45cc" /><Relationship Type="http://schemas.openxmlformats.org/officeDocument/2006/relationships/viewProps" Target="/ppt/viewProps.xml" Id="R5d70bdf7e5994c91" /><Relationship Type="http://schemas.openxmlformats.org/officeDocument/2006/relationships/tableStyles" Target="/ppt/tableStyles.xml" Id="R9caaf8e31e404b78" /><Relationship Type="http://schemas.openxmlformats.org/officeDocument/2006/relationships/slide" Target="/ppt/slides/slide1.xml" Id="R955ab05bda494ad7" /><Relationship Type="http://schemas.openxmlformats.org/officeDocument/2006/relationships/slide" Target="/ppt/slides/slide2.xml" Id="Rf1c5ab49b37d4766" /><Relationship Type="http://schemas.openxmlformats.org/officeDocument/2006/relationships/slide" Target="/ppt/slides/slide3.xml" Id="R47e83c171fb14431" /><Relationship Type="http://schemas.openxmlformats.org/officeDocument/2006/relationships/slide" Target="/ppt/slides/slide4.xml" Id="Ree30c309d3694db6" /><Relationship Type="http://schemas.openxmlformats.org/officeDocument/2006/relationships/slide" Target="/ppt/slides/slide5.xml" Id="R8f122c2fd77d4e35" /><Relationship Type="http://schemas.openxmlformats.org/officeDocument/2006/relationships/slide" Target="/ppt/slides/slide6.xml" Id="R545efd71c1a84517" /><Relationship Type="http://schemas.openxmlformats.org/officeDocument/2006/relationships/slide" Target="/ppt/slides/slide7.xml" Id="Rb1caa228206f42c3" /><Relationship Type="http://schemas.openxmlformats.org/officeDocument/2006/relationships/slide" Target="/ppt/slides/slide8.xml" Id="R61a3618e4b0f4d49" /><Relationship Type="http://schemas.openxmlformats.org/officeDocument/2006/relationships/slide" Target="/ppt/slides/slide9.xml" Id="R5675e606f78b48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54ad5098f742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1f17e9f8ca4cb2" /><Relationship Type="http://schemas.openxmlformats.org/officeDocument/2006/relationships/notesMaster" Target="/ppt/notesMasters/notesMaster1.xml" Id="Rc55e123c45cf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b1c6ce6ca42ed" /><Relationship Type="http://schemas.openxmlformats.org/officeDocument/2006/relationships/notesMaster" Target="/ppt/notesMasters/notesMaster1.xml" Id="R4216faeec88d44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85f606bc7b4f39" /><Relationship Type="http://schemas.openxmlformats.org/officeDocument/2006/relationships/notesMaster" Target="/ppt/notesMasters/notesMaster1.xml" Id="R790d362ee9a14c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772c23b7254333" /><Relationship Type="http://schemas.openxmlformats.org/officeDocument/2006/relationships/notesMaster" Target="/ppt/notesMasters/notesMaster1.xml" Id="R32fdd1057c9245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2c12fc149a483e" /><Relationship Type="http://schemas.openxmlformats.org/officeDocument/2006/relationships/notesMaster" Target="/ppt/notesMasters/notesMaster1.xml" Id="Rca504045086b49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71755fa10c422d" /><Relationship Type="http://schemas.openxmlformats.org/officeDocument/2006/relationships/notesMaster" Target="/ppt/notesMasters/notesMaster1.xml" Id="R7a8c60bfc20f40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f0a8d2d58f47b2" /><Relationship Type="http://schemas.openxmlformats.org/officeDocument/2006/relationships/notesMaster" Target="/ppt/notesMasters/notesMaster1.xml" Id="R1b8f1a5dafd247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31c7d74d1543ab" /><Relationship Type="http://schemas.openxmlformats.org/officeDocument/2006/relationships/notesMaster" Target="/ppt/notesMasters/notesMaster1.xml" Id="R8897a3839fc14b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ae684d15384243" /><Relationship Type="http://schemas.openxmlformats.org/officeDocument/2006/relationships/notesMaster" Target="/ppt/notesMasters/notesMaster1.xml" Id="R4cb063622f534c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Team Clockwork and Trego. Frame the update: since the pitch, we focused less on random feature expansion and more on reliability and coordination.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remind the room what Trego is. Emphasize that the real product is the full coordination path, not just browsing games.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original roadmap and the change in sequencing. The plan did not collapse; it became more evidence-driven.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four features quickly. Tie each to the reliability problem: remember, record, communicate, and keep ownership flexible.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for technical knowledge. Explain the flow from user action to server validation, database persistence, notifications, and Calendar side effects.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reputation is sensitive. The design decision was to avoid punishing users until the team has attendance behavior and edge-case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over-name people if names are not supplied. Present the work division by stream: frontend, backend, stakeholder learning, and process/quality.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hard problems clearly. User acquisition is the top risk, while matchmaking cannot be good before the data and density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connecting back to the pitch. The path is the same, but the next work is about validation and adoption.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5264c7cd44a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4a09ab2d47483c" /><Relationship Type="http://schemas.openxmlformats.org/officeDocument/2006/relationships/slideLayout" Target="/ppt/slideLayouts/slideLayout1.xml" Id="Ra4b40b1dc5c543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b40b1dc5c543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10175f2404056" /><Relationship Type="http://schemas.openxmlformats.org/officeDocument/2006/relationships/notesSlide" Target="/ppt/notesSlides/notesSlide1.xml" Id="Ra1b78811ac0f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80d5990af41e0" /><Relationship Type="http://schemas.openxmlformats.org/officeDocument/2006/relationships/notesSlide" Target="/ppt/notesSlides/notesSlide2.xml" Id="Re54b0e0d2c2b4d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4c6df69384966" /><Relationship Type="http://schemas.openxmlformats.org/officeDocument/2006/relationships/notesSlide" Target="/ppt/notesSlides/notesSlide3.xml" Id="Rebc1f5deb0814b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4ac8733b8487b" /><Relationship Type="http://schemas.openxmlformats.org/officeDocument/2006/relationships/notesSlide" Target="/ppt/notesSlides/notesSlide4.xml" Id="R96a187850a91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cc811dbc04ea1" /><Relationship Type="http://schemas.openxmlformats.org/officeDocument/2006/relationships/notesSlide" Target="/ppt/notesSlides/notesSlide5.xml" Id="Rd81ace53044c46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86e4c00df4139" /><Relationship Type="http://schemas.openxmlformats.org/officeDocument/2006/relationships/notesSlide" Target="/ppt/notesSlides/notesSlide6.xml" Id="R6c3a0f38e88e4e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2cc90166f4416" /><Relationship Type="http://schemas.openxmlformats.org/officeDocument/2006/relationships/notesSlide" Target="/ppt/notesSlides/notesSlide7.xml" Id="R809ff44cf7034a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a0cf89ee14683" /><Relationship Type="http://schemas.openxmlformats.org/officeDocument/2006/relationships/notesSlide" Target="/ppt/notesSlides/notesSlide8.xml" Id="Rdec8a0c2b09d49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a551a7c5e4816" /><Relationship Type="http://schemas.openxmlformats.org/officeDocument/2006/relationships/notesSlide" Target="/ppt/notesSlides/notesSlide9.xml" Id="R62407332abe647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F14BD6-A292-4A2F-98CC-02CC838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48387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10954-9580-4DBA-929B-7779869C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568" y="742950"/>
            <a:ext cx="1905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7C3EB-2B7B-4CFB-8DAC-49ECA259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168" y="2247900"/>
            <a:ext cx="1828800" cy="1828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6471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778A7-3F36-41C8-88C5-0B712E60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F61DD-F36E-48EB-AC10-1DA277B9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E55C0-FF03-4389-A21C-84D05F48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6680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D2B53-8899-4FA8-B499-4943639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8ED3D-9FAD-4DCB-848F-DF9F564E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6680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0FC27-099C-4E56-A19C-80D8B9B4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3A4FC-03EA-4CFC-93E8-DFF0034B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6680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FCFDC-E0FC-4EF3-B272-AF84419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76617-5FAE-4ADB-9F9D-80AEB757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6680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F5D81-6F96-491E-A838-2C6C93A1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A7DC9-7319-43E1-9C82-97F7315C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06680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1785B-7483-4D6A-B500-D9AF8DF8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BA7D3-3DC6-4D3B-8F2F-245B3F65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Team Clockwork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97C03-3AE2-4A75-8D9F-3F2A0A5F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Trego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2ADA6-8A0D-410B-A2A5-B4B1F19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E0C6"/>
                </a:solidFill>
                <a:latin typeface="Avenir Next"/>
                <a:ea typeface="Avenir Next"/>
                <a:cs typeface="Avenir Next"/>
              </a:defRPr>
            </a:pPr>
            <a:r>
              <a:t>Midterm progress 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42E1B-3640-49D6-855A-A2687280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609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From a discovery MVP to a product that helps players and hosts coordinate the game after joining.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EB07F-95CE-4879-B4AD-2E704381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144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84209-E34F-4C4E-A70B-663DBBEE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478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8A6AC-9C8B-4EFE-8623-B5CB84C6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new coordination features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CC10D-1CD8-496B-94A2-D9843E1A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calendar, attendance, announcements, transfer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B119A-D973-4F1E-860A-260A4B12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404A0-32EA-4A82-90D6-39A44F7A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6BD30-E093-40B1-8D06-EEE158CA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focused rollout shift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744DE1-7B21-4A22-B404-6C29A597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daytime and early-year recreation users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C8E82D-5420-4945-ADEF-23BC0790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C9549-ACE9-4BB2-8C1B-80B1B13A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5 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0D841C-86FB-4C49-BF65-C5A6FB3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presentation 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BCBC23-961D-4D9C-AAFC-E389212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9 slides, update-focused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EF2312-4EC9-43C6-9010-4966AC28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0DDCE3-8465-411B-B7F1-B4ABACD6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midterm script, README, src/routes/index.tsx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DBCFFB-DC95-45BC-B1BB-21F7A84A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2283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D46C3-4DE2-4B9E-B76B-ECCD1C55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DFB53-042D-4FC2-B7D4-CCF0CC1F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DA04A-2502-4622-A09B-77BD4827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Trego centralizes the messy path from wanting to play to actually showing 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2C07D-A9A1-4CA0-949D-9180ADAE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The core problem is not only discovery. It is reliable coordination across fragmented channels.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48A73-943C-4CCF-A17D-1274E76B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31051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AA60E-AB97-4EC1-974B-A7F4EED1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AD7CE-CAD7-4D74-9CB0-85AA0F39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Instagram posts</a:t>
            </a:r>
          </a:p>
          <a:p xmlns:a="http://schemas.openxmlformats.org/drawingml/2006/main">
            <a:pPr algn="l">
              <a:defRPr sz="15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Facebook groups</a:t>
            </a:r>
          </a:p>
          <a:p xmlns:a="http://schemas.openxmlformats.org/drawingml/2006/main">
            <a:pPr algn="l">
              <a:defRPr sz="15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Discord servers</a:t>
            </a:r>
          </a:p>
          <a:p xmlns:a="http://schemas.openxmlformats.org/drawingml/2006/main">
            <a:pPr algn="l">
              <a:defRPr sz="15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Group chats</a:t>
            </a:r>
          </a:p>
          <a:p xmlns:a="http://schemas.openxmlformats.org/drawingml/2006/main">
            <a:pPr algn="l">
              <a:defRPr sz="15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Word of mouth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0AE44-CBDF-43C1-93B9-7DAB8E7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1051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9525">
            <a:solidFill>
              <a:srgbClr val="1724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16EC8-D4C1-4723-B82D-52D841C2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Trego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EE885-C17B-4FA5-A273-67DDDB20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670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Google login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Player profiles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Create and join games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Location-based discovery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8087C-8F67-41FF-A0B2-71A10ADA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31051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C3214-D4EB-4759-966A-619E2418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2C4C1-DF57-44C8-9782-20464C76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670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Calendar reminders</a:t>
            </a:r>
          </a:p>
          <a:p xmlns:a="http://schemas.openxmlformats.org/drawingml/2006/main">
            <a:pPr algn="l">
              <a:defRPr sz="15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Attendance results</a:t>
            </a:r>
          </a:p>
          <a:p xmlns:a="http://schemas.openxmlformats.org/drawingml/2006/main">
            <a:pPr algn="l">
              <a:defRPr sz="15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Host announcements</a:t>
            </a:r>
          </a:p>
          <a:p xmlns:a="http://schemas.openxmlformats.org/drawingml/2006/main">
            <a:pPr algn="l">
              <a:defRPr sz="15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Ownership transfer</a:t>
            </a:r>
          </a:p>
          <a:p xmlns:a="http://schemas.openxmlformats.org/drawingml/2006/main">
            <a:pPr algn="l">
              <a:defRPr sz="15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Recommendation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C08BD-9973-4C5B-B174-2F6C890A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861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F27D0-C2F5-4B3B-A914-06A68217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C4176-B4DF-4099-8518-FCE8FBA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981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Target users: university students, recreational players, clubs, and coaches who need intent and trust instead of another social feed.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EF23D-F76E-4AA1-B348-EAB73470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A4285-CED9-4555-AA19-26EA2AF0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README.md, src/routes/index.tsx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F4BC2-FEFE-4E81-85A6-000C29AC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9008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14801D-F977-4186-9135-D863EBB9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61205-29F6-4695-AC87-3C22460C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PLANNED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87B31-2621-4C98-98B0-B93B36F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The plan changed from building a big reputation system to validating the steps that make one fair.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A2583-3D3F-487B-A2BD-AF8A4A6B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Original roadmap stayed directionally right; sequencing became more practical after implementation and stakeholder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85092-7A39-4DEF-BEE2-8A47D777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Pitch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3A63F-0844-4A3D-A688-07174CF7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Midterm reality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2DF10-C8EB-4DBB-86FA-7B8EE86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695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E44C5-DEF0-48F5-9CC6-86FEA8B3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257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Sequencing 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E6F88-6E18-4348-8ACF-456C7736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32434-2A12-4530-A221-3E4A9642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Attendance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DDC54-D84D-429B-8FA6-A4177A4C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2BA94-03B5-4C07-8A8B-5E613E8C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Reputation / reliability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D2E34-9444-4E9F-BBFF-4DC7ACC8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C0FC1-B8DD-449D-93C2-50BC7D9B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Matchmaking and recommendations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61D79-1551-4EC5-8F89-171896D4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1819A-8384-4DF0-8C5D-466EC6C1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Stakeholder outreach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6C35D-127F-4DC9-A643-8BD90F49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F4D6C-B1D5-4FD6-AEBB-1233BBD4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622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Collect attendance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7BC3F-C10F-46C7-B804-5F5A61F1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09535-F64A-43F5-BAF2-0EB54ABD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Delay user-facing reputation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9DFA9-A2FE-40C0-AE1A-6539B61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C503B-D0AC-4C92-BC0F-2009D9A0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433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Start with simpler filters and baseline recommendations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AD358D-FD51-4738-B7BB-697C4F8C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8DDB0-C190-4C5C-9175-F0C999D4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3390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Narrow rollout to high-pain student segments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A31B1-5832-4067-8C88-02B6C909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48300"/>
            <a:ext cx="952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0">
            <a:solidFill>
              <a:srgbClr val="FFF1E3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Key judgment: reputation affects fairness, so the first milestone is evidence collection, not a punitive score.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6BA0FA-4F18-4BFC-BDA3-D2377FE5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D02C3-1973-45D2-BB12-0340F442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midterm script, stakeholder feedback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B182F-A09F-472A-97FE-E6550559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8553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1A795-9B07-4DE3-89C6-9D0034D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9D44A-8EC8-4B0E-AD3B-8438068C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PROGRESS SINCE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483FB-939F-438B-B06B-AD6B885A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Four shipped features move Trego from discovery into day-of-game coordination.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8AD03-983D-4B3D-811F-96710159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Each feature reduces dependence on external group chats after a player joins a game.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F8E70-E303-44DB-BE87-F056FE76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362200" cy="2781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FF800-2F2A-4E93-97DA-CF161130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95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CB5B3-DDE2-4DC2-B368-3E82B15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B1153-D56F-42DC-8640-593808F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Calendar sync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7DEC0-7C3E-4A98-B539-FE9F080D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79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Adds future games to Google Calendar with reminder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05816-823D-4E19-9195-5F366B62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calendar/sync.ts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E0053-9499-4133-B684-64DB4D24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2362200" cy="2781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0247C-D077-4F0B-B964-075D94C6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95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F2F77-7D4A-4563-A34E-E784861D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8F68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2EC3E-AE4D-4E8D-9370-DC3440D7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Attendance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5AC77-13F3-4605-B2FC-6087A708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33800"/>
            <a:ext cx="179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Host marks present / absent after a completed game.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558FD-748A-4BDB-A47B-3A7711F2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86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F68"/>
                </a:solidFill>
                <a:latin typeface="Avenir Next"/>
                <a:ea typeface="Avenir Next"/>
                <a:cs typeface="Avenir Next"/>
              </a:defRPr>
            </a:pPr>
            <a:r>
              <a:t>mark-attendance.ts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C6DD7-4AB8-456E-AA6F-63F90202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2362200" cy="2781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F8545-06A7-4704-BB66-C62CDEE3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95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DE1EE-D0CA-483C-B4B9-CD6BF1BA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CDF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61BFD-61B4-409B-922D-80C663C4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Announce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A0EDB-A43D-44BE-A512-59F46E27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179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Host sends all or selected participants updates, with optional acknowledgement.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BC3FEF-4B77-44D1-B420-111E97E0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6CDF"/>
                </a:solidFill>
                <a:latin typeface="Avenir Next"/>
                <a:ea typeface="Avenir Next"/>
                <a:cs typeface="Avenir Next"/>
              </a:defRPr>
            </a:pPr>
            <a:r>
              <a:t>send-game-announcement.ts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AE4D1-21EE-4556-A4E0-C40DF92C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362200" cy="2781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E5E7BA-307C-4093-9C77-37D91FB1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95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ADE6D-03A8-4360-B882-D077D0FC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4E388-5608-4E02-AD2E-470535BD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Host transfer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43A1D6-5901-460E-90CB-0713089E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179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Current host can transfer ownership to another participant.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FB1CD-2073-4D9C-A9E9-D39CA4B8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86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transfer-game-host.ts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D8A9CB-4D98-48E5-919F-D8662EAB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48300"/>
            <a:ext cx="857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Product outcome: more of the coordination loop now lives inside the game page.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4A16B-49A2-45AE-96FA-2C09040A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7F47ED-9FD3-4DB4-8328-48C29C52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calendar, attendance, announcements, transfer modules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51D759-0EBC-49A3-8571-4CD49133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912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E76A7-17E8-42FE-99C8-3E9D9CA8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3BC6C-334D-4F77-91D8-2319864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TECHNICAL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36788-A1EE-4C38-BB0A-D4C2B555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New coordination features now have durable backend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DD919-1AE0-4DA0-B300-27A178CA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This is the technical shift from UI-only flows to durable coordination workflows.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BBCAB-7A5E-4872-8990-A71D6615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305050" cy="24193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59438-0F0A-41DC-98B1-C5853643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UI panels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EA084-3067-4962-8D5A-5ABEFEF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8573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Calendar settings</a:t>
            </a:r>
          </a:p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Attendance panel</a:t>
            </a:r>
          </a:p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Announcement panel</a:t>
            </a:r>
          </a:p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Manage game 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8F2DC-01FE-4872-B146-14881A38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09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80EB3-2BFD-4453-B586-7A9AC43D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343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13EA8-7B4C-4EBC-8521-B92927B7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305050" cy="24193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4001D-6ABF-444F-94E8-8E04522C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8F68"/>
                </a:solidFill>
                <a:latin typeface="Avenir Next"/>
                <a:ea typeface="Avenir Next"/>
                <a:cs typeface="Avenir Next"/>
              </a:defRPr>
            </a:pPr>
            <a:r>
              <a:t>Server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4DE57-3BF1-40EF-9CCC-F0A8BAC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90850"/>
            <a:ext cx="18573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markAttendance</a:t>
            </a:r>
          </a:p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sendAnnouncement</a:t>
            </a:r>
          </a:p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upsertGameEvent</a:t>
            </a:r>
          </a:p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transferHost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9B87F-967F-4685-8909-AE9E30E5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09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BA7F7-73E3-4221-B2F5-F31484A9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43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3E2A7-3AE0-42B6-8470-5E4E1734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305050" cy="24193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D7C55-42DD-4B5C-8CB5-BCF2AD59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6CDF"/>
                </a:solidFill>
                <a:latin typeface="Avenir Next"/>
                <a:ea typeface="Avenir Next"/>
                <a:cs typeface="Avenir Next"/>
              </a:defRPr>
            </a:pPr>
            <a:r>
              <a:t>Database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FB676-5A75-4F59-BA67-C58EBA5B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18573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attendance status</a:t>
            </a:r>
          </a:p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calendar events</a:t>
            </a:r>
          </a:p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announcement recipients</a:t>
            </a:r>
          </a:p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notifications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604DA-99D6-415D-B298-7638E82D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01366-5A5E-483B-BD26-C1808AA3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43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A1A23-8159-4CE0-998A-DF0021C5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05050" cy="24193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BC0CE-2037-4C22-A5FA-D35E042C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Player impact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2A929-C73C-428C-A96B-F7AED3D7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90850"/>
            <a:ext cx="18573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1-hour reminders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attendance results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host updates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ownership continuity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C918F-23D0-4065-A750-D4A1EECD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Implementation details worth calling 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01E0D-66C5-4458-96A0-942A2274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Host-only checks, post-game attendance guard, participant validation for announcements and transfer, encrypted Calendar refresh tokens, and best-effort Calendar cleanup.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86FAD-E917-4EB2-9B32-56B0754A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0C05B0-C8D1-4D6A-A353-421857FF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src/db/tables.ts, calendar/sync.ts, mark-attendance.ts, send-game-announcement.ts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3855F-599A-4810-88A4-81A5D59B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43957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179428-2899-434C-9B62-EE9F5F46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9668A-BCC6-44FD-A6D2-EA795CA7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DESIGN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B351A-FDCB-43A9-9D53-B3C178F8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We chose low-risk coordination data before a user-facing reputation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5D785-EB9B-4FF6-8183-D6E9F02A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The product decision is about fairness as much as implementation complexity.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E3872-1C33-4227-A763-E65049D2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76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36E5D-8760-42FF-A296-A99795DF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D85F8-58BD-4B9A-97D0-A7503E1D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Why it changed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60F27-5762-4FC6-949A-98C51768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What we built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A731F-0230-4354-A86B-22802A26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E9623-E5AF-4A78-B986-BC8E3E86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Defer reputation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E212A-2108-4DC1-BF9F-BF37079E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No-shows can be caused by weather, cancellation, host error, or real emergencies.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9DCBD-9243-4FA7-83D1-300C12BC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Collect host-submitted attendance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69AFD-3CB0-40C0-BB00-4607EFCD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AFDCC-C28E-4CE7-B81E-91FF7A6F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FFF8EC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Announcements before 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9012D-CEF1-4823-AA8E-C7D730E5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576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FFF8EC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Most day-of-game updates are practical, not full conversations.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81D5B-BB53-4D5E-8B4A-744B46E3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576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FFF8EC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Targeted host announcements with optional acknowledgement.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83EF8-B6EC-4E60-8C74-3306B4AA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570EC-D206-4158-8750-22BEF825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Transfer instead of abandonment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CC07D-C7A3-4614-ACDB-EB674820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958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A game should not fail because the original host cannot manage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969E-0102-4B05-9FC6-1DD63280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958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Host can transfer only to an existing participant.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330F6-36B0-4C0C-93E7-AFDDAB5B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998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Principle: collect evidence first, then decide whether reputation should exist and how forgiving it should be.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1398F-539B-4F18-9391-27E5956C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C81CD-C449-42B5-86FE-F356D7E6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midterm script, mark-attendance.ts, send-game-announcement.ts, transfer-game-host.ts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6B1D1-7D97-495C-B8E8-FAB580B1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3319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53619B-7EC4-4E51-98D8-5BF1F4FC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D26C5-A696-4AB0-B85D-B8D46165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TEAMWORK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A9B7B-6B7A-4936-A7F2-19F59EC1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Work divided around product risk, not just around isolated pages.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56953-5BE0-4470-84B1-9C5360A9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The process also changed: Linear is now the planning board for clearer ownership and risk tracking.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BBC7F-7BEF-4058-AAFF-E9F326DE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3123F-DA09-4B45-9A18-A16C87B8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14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DBEFD-F68A-41A6-9750-20D0BE4F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Frontend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2FC9E-038F-424E-B9D0-B59A9416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Game page panels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Profile/calendar settings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Manage-game UI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Notification 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640F2-22A2-4AE1-96D7-CA4A1F2F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4B1BD-8260-48C6-8985-EDA1E8A7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114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1020C-E721-4406-B0ED-C73F5AA4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8F68"/>
                </a:solidFill>
                <a:latin typeface="Avenir Next"/>
                <a:ea typeface="Avenir Next"/>
                <a:cs typeface="Avenir Next"/>
              </a:defRPr>
            </a:pPr>
            <a:r>
              <a:t>Backend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96E45-FB16-4453-9D9D-12F79F9E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Server functions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Transactions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Validation guards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Calendar side effects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FBB07-C226-4366-B80B-D1892ED8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12CDA-B8C9-47DD-88AD-7548DF58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14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FE5C9-D0A4-4365-BB46-825E8DBA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CDF"/>
                </a:solidFill>
                <a:latin typeface="Avenir Next"/>
                <a:ea typeface="Avenir Next"/>
                <a:cs typeface="Avenir Next"/>
              </a:defRPr>
            </a:pPr>
            <a:r>
              <a:t>Stakeholders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B219A-3EE3-4B97-80D3-7BD4A7A6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Bryan Emonts meeting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Professor outreach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Target-user narrowing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Rollout assumptions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0CC36-86F1-4A49-B2B9-74D14C68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C28CA-F5F0-4822-A3E4-3EF36EC5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114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34EE8-9390-4832-B078-49251B9C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Quality/process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6EFA0-5650-42DB-9AAB-E2B208EA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Linear issues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Risk-based scope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Manual end-to-end checks</a:t>
            </a:r>
          </a:p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Repo evidence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25B3A-EB27-44E1-A90B-FD11224B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411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8F5B6-CAE2-4627-86C6-0B840C99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00700"/>
            <a:ext cx="845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Operating question now: what risk does this task reduce, and what feedback will prove it worked?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29E1B-0B6D-44F5-9EAB-DAC0FBEB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393B2-3375-484E-AF27-0AA3AC6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midterm script; repo workstreams inferred from implementation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F27819-3172-48A3-89ED-6AEEAD29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4207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27C68-18A5-44E0-94D3-483EAC97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A96D7-C2F1-48F2-88B8-75F861D0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CURRENT 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2CD54-23DC-4040-A155-D892F687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Adoption density and matchmaking quality are still the hardest risks.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3B394-3A48-427C-8E44-4A75C8E7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The code can support coordination, but product value compounds only when enough relevant games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227F3-3E10-4A43-BAB4-9CE97106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14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92E59-71E0-4A7E-9C80-C2E6E840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User acquisition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7B955-216C-4757-AD6E-221175E3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5EA"/>
                </a:solidFill>
                <a:latin typeface="Avenir Next"/>
                <a:ea typeface="Avenir Next"/>
                <a:cs typeface="Avenir Next"/>
              </a:defRPr>
            </a:pPr>
            <a:r>
              <a:t>If users see too few games, they may check once and not return. Stakeholder feedback pushed the rollout toward first- and second-year students plus 9-to-5 recreation users.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214C8-EEF7-4687-A6F7-DF0497CD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16C"/>
                </a:solidFill>
                <a:latin typeface="Avenir Next"/>
                <a:ea typeface="Avenir Next"/>
                <a:cs typeface="Avenir Next"/>
              </a:defRPr>
            </a:pPr>
            <a:r>
              <a:t>Next validation: focused, in-person rollout and social proof around spots left.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41890-6D8E-4FA1-8CB0-E8682D39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4914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BB340-B6AA-4DBB-9BAD-084B2531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Matchmaking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447DB-507C-4981-9999-B1DE3D1E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3943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Current recommendation baseline excludes joined games and returns future games. Better matching still needs sport, skill, capacity, distance, and enough data to rank well.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E10EC-BB7F-4A84-ADFE-4ED6204A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8F68"/>
                </a:solidFill>
                <a:latin typeface="Avenir Next"/>
                <a:ea typeface="Avenir Next"/>
                <a:cs typeface="Avenir Next"/>
              </a:defRPr>
            </a:pPr>
            <a:r>
              <a:t>Next validation: simple filters first, then ranking after usage data exists.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614D9-46DD-4D0D-BB3D-6413120B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Challenge priority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5895C-8A85-432F-80A4-5E40F139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43550"/>
            <a:ext cx="628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8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50A5F-3A63-4389-B4EF-E525589D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43550"/>
            <a:ext cx="55321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AE84E-6D3C-4EEA-BFF5-3FD9A3B3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Current data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44627-8A69-49ED-8F0F-D9364A04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05500"/>
            <a:ext cx="628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8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9CD3B-6830-4C9E-9593-EFF09FDC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05500"/>
            <a:ext cx="264033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DCB56-C44F-440B-8977-6A98DC7B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669C5-F51F-4C25-ABCD-040C148A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midterm script, get-recommended-games.ts, stakeholder 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78DE1-550A-4C44-94A6-93400D59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3348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230BB5-F1F1-437D-9A25-C700FC6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DA87C-AA44-45CD-B587-76C89167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NEXT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5AAA9-01F5-43B3-91FC-578414A1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The next milestone is to learn whether coordination features create repeat usage.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CAB28-6847-4A15-ADAA-FDAFBDF2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The team is still on the original path, but the plan is now evidence-driven.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0966D-F174-4AAE-B715-1560A72A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076450" cy="2076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879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C3933-96CD-4553-B2BB-E0FF8A52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003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C0CA4-47DB-4AFE-81AA-01F213BF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3A6B4-D5A5-471B-91C6-E531D0A5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Ship new coordination features to real users.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09A75-22AF-4C08-8DC2-C2636022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337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ED296-88D3-43DE-BC6E-07F6CC2D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2076450" cy="2076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B8F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5AB56-ABFE-4CF9-901D-4BBA5E1D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8F68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42EB4-15EA-46BE-A932-79AC7EFC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575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79770-07D1-472E-BF14-564FF5A4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5285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Measure attendance, reminders, and announcement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814D1-81F4-43C5-B747-D39BC407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337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F3CC4-8EA0-48A9-90B8-0C3BD163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2076450" cy="2076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D6C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DF152-9A84-47A3-81A2-2BF64303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6CDF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02C2D-1324-4456-BF58-DBF01AEE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0E587-D605-471E-8645-39AAD11B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Only build reputation if data supports fairness.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CC082-010F-45C3-A027-56C1FA61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337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6B882-ACE1-4F31-BCC0-D2EA1475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14600"/>
            <a:ext cx="2076450" cy="2076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28575">
            <a:solidFill>
              <a:srgbClr val="1724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F5C48-5999-4166-92B3-709543C2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FDAE6-89B4-4889-B434-D03A4950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513F3-9730-450F-930A-B33D19B5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DE5EA"/>
                </a:solidFill>
                <a:latin typeface="Avenir Next"/>
                <a:ea typeface="Avenir Next"/>
                <a:cs typeface="Avenir Next"/>
              </a:defRPr>
            </a:pPr>
            <a:r>
              <a:t>Rank by sport, skill, capacity, and distance.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42002-1919-43FE-8635-69AD78D8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Midterm takeaway: Trego is no longer just proving that games can be posted. It is testing whether the platform can make pickup sports more reliable than scattered group chats.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2F3A9-A35B-42FE-A171-026BA803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7BD15A-58AB-4951-B8E6-300019F7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midterm script and implementation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06795-ABDA-4D81-A7E1-5D8C5E70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80764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2026-06-15T21:42:47.9060000Z</dcterms:created>
  <dcterms:modified xsi:type="dcterms:W3CDTF">2026-06-15T21:42:47.9060000Z</dcterms:modified>
</coreProperties>
</file>